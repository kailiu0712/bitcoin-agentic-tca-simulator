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showOutlineIcons="0" snapVertSplitter="1">
    <p:restoredLeft sz="15620"/>
    <p:restoredTop sz="94660"/>
  </p:normalViewPr>
  <p:slideViewPr>
    <p:cSldViewPr snapToGrid="1" snapToObjects="1"/>
  </p:slideViewPr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  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  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  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  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Notes>0</Notes>
  <HiddenSlides>0</HiddenSlides>
  <MMClips>0</MMClips>
  <PresentationFormat>On-screen Show (16:9)</PresentationFormat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智执 TCA：匹配市场真实冲击表现的清算冲击仿真器</dc:title>
  <dc:creator>智执实验室</dc:creator>
  <cp:lastModifiedBy>智执实验室</cp:lastModifiedBy>
  <dcterms:created xsi:type="dcterms:W3CDTF">2026-09-07T01:05:15Z</dcterms:created>
  <dcterms:modified xsi:type="dcterms:W3CDTF">2026-09-07T01:05:15Z</dcterms:modified>
</cp:coreProperties>
</file>